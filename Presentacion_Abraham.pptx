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AN Astoria" charset="1" panose="00000000000000000000"/>
      <p:regular r:id="rId14"/>
    </p:embeddedFont>
    <p:embeddedFont>
      <p:font typeface="Open Sans" charset="1" panose="00000000000000000000"/>
      <p:regular r:id="rId15"/>
    </p:embeddedFont>
    <p:embeddedFont>
      <p:font typeface="Canva Sans" charset="1" panose="020B0503030501040103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26664" y="2785689"/>
            <a:ext cx="11634673" cy="4715623"/>
            <a:chOff x="0" y="0"/>
            <a:chExt cx="812800" cy="329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29434"/>
            </a:xfrm>
            <a:custGeom>
              <a:avLst/>
              <a:gdLst/>
              <a:ahLst/>
              <a:cxnLst/>
              <a:rect r="r" b="b" t="t" l="l"/>
              <a:pathLst>
                <a:path h="329434" w="812800">
                  <a:moveTo>
                    <a:pt x="406400" y="0"/>
                  </a:moveTo>
                  <a:cubicBezTo>
                    <a:pt x="181951" y="0"/>
                    <a:pt x="0" y="73746"/>
                    <a:pt x="0" y="164717"/>
                  </a:cubicBezTo>
                  <a:cubicBezTo>
                    <a:pt x="0" y="255688"/>
                    <a:pt x="181951" y="329434"/>
                    <a:pt x="406400" y="329434"/>
                  </a:cubicBezTo>
                  <a:cubicBezTo>
                    <a:pt x="630849" y="329434"/>
                    <a:pt x="812800" y="255688"/>
                    <a:pt x="812800" y="164717"/>
                  </a:cubicBezTo>
                  <a:cubicBezTo>
                    <a:pt x="812800" y="73746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7216"/>
              <a:ext cx="660400" cy="30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594108" y="4410944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03815" y="4513166"/>
            <a:ext cx="11080370" cy="212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4"/>
              </a:lnSpc>
            </a:pPr>
            <a:r>
              <a:rPr lang="en-US" sz="15163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TABLE TALE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28780" y="4410944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45040" y="1806737"/>
            <a:ext cx="9197920" cy="95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14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Pfg Liceo La Paz- Abraham Blanco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7" y="5217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2337" y="87513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54713" y="1570505"/>
            <a:ext cx="3454474" cy="7145990"/>
            <a:chOff x="0" y="0"/>
            <a:chExt cx="4605965" cy="952798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8682" t="0" r="8682" b="0"/>
            <a:stretch>
              <a:fillRect/>
            </a:stretch>
          </p:blipFill>
          <p:spPr>
            <a:xfrm flipH="false" flipV="false">
              <a:off x="0" y="0"/>
              <a:ext cx="4605965" cy="9527986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7106041" y="1171575"/>
            <a:ext cx="9135281" cy="317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4"/>
              </a:lnSpc>
            </a:pPr>
            <a:r>
              <a:rPr lang="en-US" sz="11499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EL POR QUÉ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6041" y="4623323"/>
            <a:ext cx="8400707" cy="211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PROBLEMAS CON LAS COMANDAS</a:t>
            </a:r>
          </a:p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LEY VERIFACTU</a:t>
            </a:r>
          </a:p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LOS PRECIOS DE OTROS PRODUCTOS</a:t>
            </a:r>
          </a:p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 DIFERENCIA DE LOCALES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7" y="5217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2337" y="87513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801128" y="1869200"/>
            <a:ext cx="5951209" cy="5683413"/>
            <a:chOff x="0" y="0"/>
            <a:chExt cx="7934945" cy="757788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22251" t="0" r="22251" b="0"/>
            <a:stretch>
              <a:fillRect/>
            </a:stretch>
          </p:blipFill>
          <p:spPr>
            <a:xfrm flipH="false" flipV="false">
              <a:off x="0" y="0"/>
              <a:ext cx="7934945" cy="7577884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2094395" y="2632001"/>
            <a:ext cx="9146998" cy="165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32"/>
              </a:lnSpc>
            </a:pPr>
            <a:r>
              <a:rPr lang="en-US" sz="11805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5663" y="4857839"/>
            <a:ext cx="6705001" cy="211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TABLE MAGIC</a:t>
            </a:r>
          </a:p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GRATIS Y LIBRE</a:t>
            </a:r>
          </a:p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DISEÑO PROPIO</a:t>
            </a:r>
          </a:p>
          <a:p>
            <a:pPr algn="l" marL="649214" indent="-324607" lvl="1">
              <a:lnSpc>
                <a:spcPts val="4209"/>
              </a:lnSpc>
              <a:buFont typeface="Arial"/>
              <a:buChar char="•"/>
            </a:pPr>
            <a:r>
              <a:rPr lang="en-US" sz="30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INTERFAZ TACTIL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7" y="5217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2337" y="87513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5663" y="1570505"/>
            <a:ext cx="15216673" cy="3191666"/>
            <a:chOff x="0" y="0"/>
            <a:chExt cx="20288898" cy="425555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19668" r="0" b="40662"/>
            <a:stretch>
              <a:fillRect/>
            </a:stretch>
          </p:blipFill>
          <p:spPr>
            <a:xfrm flipH="false" flipV="false">
              <a:off x="0" y="0"/>
              <a:ext cx="20288898" cy="4255555"/>
            </a:xfrm>
            <a:prstGeom prst="rect">
              <a:avLst/>
            </a:prstGeom>
          </p:spPr>
        </p:pic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712476" y="4970582"/>
          <a:ext cx="8102974" cy="3428993"/>
        </p:xfrm>
        <a:graphic>
          <a:graphicData uri="http://schemas.openxmlformats.org/drawingml/2006/table">
            <a:tbl>
              <a:tblPr/>
              <a:tblGrid>
                <a:gridCol w="2330283"/>
                <a:gridCol w="5772690"/>
              </a:tblGrid>
              <a:tr h="11429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1"/>
                        </a:lnSpc>
                        <a:defRPr/>
                      </a:pPr>
                      <a:r>
                        <a:rPr lang="en-US" sz="1993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Frontend</a:t>
                      </a:r>
                      <a:endParaRPr lang="en-US" sz="1100"/>
                    </a:p>
                  </a:txBody>
                  <a:tcPr marL="211015" marR="211015" marT="211015" marB="211015" anchor="ctr">
                    <a:lnL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1"/>
                        </a:lnSpc>
                        <a:defRPr/>
                      </a:pPr>
                      <a:r>
                        <a:rPr lang="en-US" sz="1993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TypeScrit, Vite, Tailwind, shadcn/ui</a:t>
                      </a:r>
                      <a:endParaRPr lang="en-US" sz="1100"/>
                    </a:p>
                  </a:txBody>
                  <a:tcPr marL="211015" marR="211015" marT="211015" marB="211015" anchor="ctr">
                    <a:lnL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29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1"/>
                        </a:lnSpc>
                        <a:defRPr/>
                      </a:pPr>
                      <a:r>
                        <a:rPr lang="en-US" sz="1993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Backend</a:t>
                      </a:r>
                      <a:endParaRPr lang="en-US" sz="1100"/>
                    </a:p>
                  </a:txBody>
                  <a:tcPr marL="211015" marR="211015" marT="211015" marB="211015" anchor="ctr">
                    <a:lnL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1"/>
                        </a:lnSpc>
                        <a:defRPr/>
                      </a:pPr>
                      <a:r>
                        <a:rPr lang="en-US" sz="1993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Spring</a:t>
                      </a:r>
                      <a:endParaRPr lang="en-US" sz="1100"/>
                    </a:p>
                  </a:txBody>
                  <a:tcPr marL="211015" marR="211015" marT="211015" marB="211015" anchor="ctr">
                    <a:lnL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29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1"/>
                        </a:lnSpc>
                        <a:defRPr/>
                      </a:pPr>
                      <a:r>
                        <a:rPr lang="en-US" sz="1993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BBDD</a:t>
                      </a:r>
                      <a:endParaRPr lang="en-US" sz="1100"/>
                    </a:p>
                  </a:txBody>
                  <a:tcPr marL="211015" marR="211015" marT="211015" marB="211015" anchor="ctr">
                    <a:lnL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1"/>
                        </a:lnSpc>
                        <a:defRPr/>
                      </a:pPr>
                      <a:r>
                        <a:rPr lang="en-US" sz="1993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MySQL</a:t>
                      </a:r>
                      <a:endParaRPr lang="en-US" sz="1100"/>
                    </a:p>
                  </a:txBody>
                  <a:tcPr marL="211015" marR="211015" marT="211015" marB="211015" anchor="ctr">
                    <a:lnL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220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56163" y="4914900"/>
            <a:ext cx="7377088" cy="4119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8"/>
              </a:lnSpc>
            </a:pPr>
            <a:r>
              <a:rPr lang="en-US" sz="11805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TECNOLOGIA APLICADA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7" y="5217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2337" y="87513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65486" y="1670275"/>
            <a:ext cx="7145990" cy="3356034"/>
            <a:chOff x="0" y="0"/>
            <a:chExt cx="9527986" cy="4474711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5694" r="0" b="5694"/>
            <a:stretch>
              <a:fillRect/>
            </a:stretch>
          </p:blipFill>
          <p:spPr>
            <a:xfrm flipH="false" flipV="false">
              <a:off x="0" y="0"/>
              <a:ext cx="9527986" cy="4474711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2808486" y="5260691"/>
            <a:ext cx="7145990" cy="3356034"/>
            <a:chOff x="0" y="0"/>
            <a:chExt cx="9527986" cy="4474711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6"/>
            <a:srcRect l="0" t="5694" r="0" b="5694"/>
            <a:stretch>
              <a:fillRect/>
            </a:stretch>
          </p:blipFill>
          <p:spPr>
            <a:xfrm flipH="false" flipV="false">
              <a:off x="0" y="0"/>
              <a:ext cx="9527986" cy="4474711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9769035" y="906577"/>
            <a:ext cx="4916980" cy="4119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8"/>
              </a:lnSpc>
            </a:pPr>
            <a:r>
              <a:rPr lang="en-US" sz="11805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FUNCIONALIDAD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27525" y="5517260"/>
            <a:ext cx="4712196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1: LOGIN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2: ZONA BAR/ COMEDOR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3: COMANDAS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4: COBRO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5: MESA LIBRE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7" y="5217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2337" y="87513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41860" y="1535663"/>
            <a:ext cx="4641250" cy="3021686"/>
          </a:xfrm>
          <a:custGeom>
            <a:avLst/>
            <a:gdLst/>
            <a:ahLst/>
            <a:cxnLst/>
            <a:rect r="r" b="b" t="t" l="l"/>
            <a:pathLst>
              <a:path h="3021686" w="4641250">
                <a:moveTo>
                  <a:pt x="0" y="0"/>
                </a:moveTo>
                <a:lnTo>
                  <a:pt x="4641250" y="0"/>
                </a:lnTo>
                <a:lnTo>
                  <a:pt x="4641250" y="3021686"/>
                </a:lnTo>
                <a:lnTo>
                  <a:pt x="0" y="302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90192" y="6332546"/>
            <a:ext cx="10785835" cy="241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9"/>
              </a:lnSpc>
            </a:pPr>
            <a:r>
              <a:rPr lang="en-US" sz="14149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RETOS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0805" y="4067174"/>
            <a:ext cx="6246492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LOGIN SOLO EN FRONTEND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ESTADO EN MEMORIA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UUID PARA PRODUCTOS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ENUMS COMO VARCHAR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7" y="5217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2337" y="8751337"/>
            <a:ext cx="1013927" cy="1013927"/>
          </a:xfrm>
          <a:custGeom>
            <a:avLst/>
            <a:gdLst/>
            <a:ahLst/>
            <a:cxnLst/>
            <a:rect r="r" b="b" t="t" l="l"/>
            <a:pathLst>
              <a:path h="1013927" w="1013927">
                <a:moveTo>
                  <a:pt x="0" y="0"/>
                </a:moveTo>
                <a:lnTo>
                  <a:pt x="1013926" y="0"/>
                </a:lnTo>
                <a:lnTo>
                  <a:pt x="1013926" y="1013926"/>
                </a:lnTo>
                <a:lnTo>
                  <a:pt x="0" y="1013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5663" y="1570505"/>
            <a:ext cx="8803070" cy="7145990"/>
            <a:chOff x="0" y="0"/>
            <a:chExt cx="11737427" cy="952798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9928" t="0" r="9928" b="0"/>
            <a:stretch>
              <a:fillRect/>
            </a:stretch>
          </p:blipFill>
          <p:spPr>
            <a:xfrm flipH="false" flipV="false">
              <a:off x="0" y="0"/>
              <a:ext cx="11737427" cy="9527986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8481829" y="283612"/>
            <a:ext cx="6551494" cy="41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0"/>
              </a:lnSpc>
            </a:pPr>
            <a:r>
              <a:rPr lang="en-US" sz="12014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FUTURO TRABAJO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91321" y="4605655"/>
            <a:ext cx="6554391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 JWT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WEBSOCKETS EN TIEMPO REAL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PANEL DE STATS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 COCINA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26664" y="2036694"/>
            <a:ext cx="11634673" cy="4715623"/>
            <a:chOff x="0" y="0"/>
            <a:chExt cx="812800" cy="329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29434"/>
            </a:xfrm>
            <a:custGeom>
              <a:avLst/>
              <a:gdLst/>
              <a:ahLst/>
              <a:cxnLst/>
              <a:rect r="r" b="b" t="t" l="l"/>
              <a:pathLst>
                <a:path h="329434" w="812800">
                  <a:moveTo>
                    <a:pt x="406400" y="0"/>
                  </a:moveTo>
                  <a:cubicBezTo>
                    <a:pt x="181951" y="0"/>
                    <a:pt x="0" y="73746"/>
                    <a:pt x="0" y="164717"/>
                  </a:cubicBezTo>
                  <a:cubicBezTo>
                    <a:pt x="0" y="255688"/>
                    <a:pt x="181951" y="329434"/>
                    <a:pt x="406400" y="329434"/>
                  </a:cubicBezTo>
                  <a:cubicBezTo>
                    <a:pt x="630849" y="329434"/>
                    <a:pt x="812800" y="255688"/>
                    <a:pt x="812800" y="164717"/>
                  </a:cubicBezTo>
                  <a:cubicBezTo>
                    <a:pt x="812800" y="73746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7216"/>
              <a:ext cx="660400" cy="30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594108" y="3661949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03815" y="3764171"/>
            <a:ext cx="11080370" cy="212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4"/>
              </a:lnSpc>
            </a:pPr>
            <a:r>
              <a:rPr lang="en-US" sz="15163">
                <a:solidFill>
                  <a:srgbClr val="FFFFFF"/>
                </a:solidFill>
                <a:latin typeface="TAN Astoria"/>
                <a:ea typeface="TAN Astoria"/>
                <a:cs typeface="TAN Astoria"/>
                <a:sym typeface="TAN Astoria"/>
              </a:rPr>
              <a:t>GRACIAS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28780" y="3661949"/>
            <a:ext cx="1465112" cy="1465112"/>
          </a:xfrm>
          <a:custGeom>
            <a:avLst/>
            <a:gdLst/>
            <a:ahLst/>
            <a:cxnLst/>
            <a:rect r="r" b="b" t="t" l="l"/>
            <a:pathLst>
              <a:path h="1465112" w="1465112">
                <a:moveTo>
                  <a:pt x="0" y="0"/>
                </a:moveTo>
                <a:lnTo>
                  <a:pt x="1465112" y="0"/>
                </a:lnTo>
                <a:lnTo>
                  <a:pt x="1465112" y="1465112"/>
                </a:lnTo>
                <a:lnTo>
                  <a:pt x="0" y="146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DAHLJQh5qe4</dc:identifier>
  <dcterms:modified xsi:type="dcterms:W3CDTF">2011-08-01T06:04:30Z</dcterms:modified>
  <cp:revision>1</cp:revision>
  <dc:title>Black White Minimalist Monochrome Portfolio Presentation</dc:title>
</cp:coreProperties>
</file>